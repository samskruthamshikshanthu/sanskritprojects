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47d3db56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47d3db56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46ce32b6a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46ce32b6a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46ce32b6a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46ce32b6a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46ce32b6a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46ce32b6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46ce32b6a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46ce32b6a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46ce32b6a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46ce32b6a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46ce32b6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46ce32b6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46ce32b6a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46ce32b6a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46ce32b6a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46ce32b6a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46ce32b6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46ce32b6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46ce32b6a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46ce32b6a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46ce32b6a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46ce32b6a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46ce32b6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e46ce32b6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46ce32b6a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46ce32b6a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46ce32b6a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46ce32b6a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47d3db56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47d3db56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47d3db56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47d3db56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D3E9"/>
            </a:gs>
            <a:gs pos="100000">
              <a:srgbClr val="045962"/>
            </a:gs>
          </a:gsLst>
          <a:lin ang="5400012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3355650" y="605575"/>
            <a:ext cx="2432700" cy="652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73763"/>
                </a:solidFill>
              </a:rPr>
              <a:t>पाठः - ५</a:t>
            </a:r>
            <a:r>
              <a:rPr lang="en">
                <a:solidFill>
                  <a:srgbClr val="073763"/>
                </a:solidFill>
              </a:rPr>
              <a:t> </a:t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888700" y="2359400"/>
            <a:ext cx="7395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73763"/>
                </a:solidFill>
              </a:rPr>
              <a:t>गुरुर्बह्मा गुरुर्विष्णुः गरुर्देवो महेश्वरः |</a:t>
            </a:r>
            <a:endParaRPr b="1" sz="3200">
              <a:solidFill>
                <a:srgbClr val="07376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73763"/>
                </a:solidFill>
              </a:rPr>
              <a:t>गुरुस्साक्षात् परब्रह्मा तस्मै श्रीगुरवे नमः ||</a:t>
            </a:r>
            <a:endParaRPr b="1" sz="32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D3E9"/>
            </a:gs>
            <a:gs pos="100000">
              <a:srgbClr val="04596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2307000" y="141575"/>
            <a:ext cx="4530000" cy="48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100">
                <a:solidFill>
                  <a:srgbClr val="073763"/>
                </a:solidFill>
              </a:rPr>
              <a:t>च   </a:t>
            </a:r>
            <a:endParaRPr sz="301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D3E9"/>
            </a:gs>
            <a:gs pos="100000">
              <a:srgbClr val="045962"/>
            </a:gs>
          </a:gsLst>
          <a:lin ang="5400012" scaled="0"/>
        </a:gra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5575" y="1057275"/>
            <a:ext cx="3752850" cy="302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D3E9"/>
            </a:gs>
            <a:gs pos="100000">
              <a:srgbClr val="045962"/>
            </a:gs>
          </a:gsLst>
          <a:lin ang="5400012" scaled="0"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/>
        </p:nvSpPr>
        <p:spPr>
          <a:xfrm>
            <a:off x="714450" y="3529900"/>
            <a:ext cx="77151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700">
                <a:solidFill>
                  <a:srgbClr val="741B47"/>
                </a:solidFill>
              </a:rPr>
              <a:t>चमसः </a:t>
            </a:r>
            <a:r>
              <a:rPr lang="en" sz="7700">
                <a:solidFill>
                  <a:srgbClr val="073763"/>
                </a:solidFill>
              </a:rPr>
              <a:t> - </a:t>
            </a:r>
            <a:r>
              <a:rPr lang="en" sz="7700">
                <a:solidFill>
                  <a:srgbClr val="073763"/>
                </a:solidFill>
              </a:rPr>
              <a:t>చెంచా </a:t>
            </a:r>
            <a:r>
              <a:rPr lang="en" sz="7700">
                <a:solidFill>
                  <a:srgbClr val="073763"/>
                </a:solidFill>
              </a:rPr>
              <a:t>  </a:t>
            </a:r>
            <a:endParaRPr sz="7700">
              <a:solidFill>
                <a:srgbClr val="073763"/>
              </a:solidFill>
            </a:endParaRPr>
          </a:p>
        </p:txBody>
      </p:sp>
      <p:pic>
        <p:nvPicPr>
          <p:cNvPr id="74" name="Google Shape;74;p16" title="Copilot_20260601_1909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0339" y="342550"/>
            <a:ext cx="4781011" cy="318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D3E9"/>
            </a:gs>
            <a:gs pos="100000">
              <a:srgbClr val="04596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/>
        </p:nvSpPr>
        <p:spPr>
          <a:xfrm>
            <a:off x="2307000" y="141575"/>
            <a:ext cx="4530000" cy="48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100">
                <a:solidFill>
                  <a:srgbClr val="073763"/>
                </a:solidFill>
              </a:rPr>
              <a:t>छ  </a:t>
            </a:r>
            <a:r>
              <a:rPr lang="en" sz="30100">
                <a:solidFill>
                  <a:srgbClr val="073763"/>
                </a:solidFill>
              </a:rPr>
              <a:t> </a:t>
            </a:r>
            <a:endParaRPr sz="301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D3E9"/>
            </a:gs>
            <a:gs pos="100000">
              <a:srgbClr val="045962"/>
            </a:gs>
          </a:gsLst>
          <a:lin ang="5400012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8925" y="1109663"/>
            <a:ext cx="3486150" cy="29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D3E9"/>
            </a:gs>
            <a:gs pos="100000">
              <a:srgbClr val="045962"/>
            </a:gs>
          </a:gsLst>
          <a:lin ang="5400012" scaled="0"/>
        </a:gra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/>
        </p:nvSpPr>
        <p:spPr>
          <a:xfrm>
            <a:off x="361775" y="3523375"/>
            <a:ext cx="84258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700">
                <a:solidFill>
                  <a:srgbClr val="741B47"/>
                </a:solidFill>
              </a:rPr>
              <a:t>छत्रम्</a:t>
            </a:r>
            <a:r>
              <a:rPr lang="en" sz="7700">
                <a:solidFill>
                  <a:srgbClr val="073763"/>
                </a:solidFill>
              </a:rPr>
              <a:t> - గొడుగు   </a:t>
            </a:r>
            <a:r>
              <a:rPr lang="en" sz="7100">
                <a:solidFill>
                  <a:srgbClr val="073763"/>
                </a:solidFill>
              </a:rPr>
              <a:t>  </a:t>
            </a:r>
            <a:r>
              <a:rPr lang="en" sz="7100">
                <a:solidFill>
                  <a:srgbClr val="073763"/>
                </a:solidFill>
              </a:rPr>
              <a:t> </a:t>
            </a:r>
            <a:endParaRPr sz="7100">
              <a:solidFill>
                <a:srgbClr val="073763"/>
              </a:solidFill>
            </a:endParaRPr>
          </a:p>
        </p:txBody>
      </p:sp>
      <p:pic>
        <p:nvPicPr>
          <p:cNvPr id="92" name="Google Shape;92;p19" title="mesotoday-umbrella-62460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264" y="220200"/>
            <a:ext cx="4175473" cy="3571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D3E9"/>
            </a:gs>
            <a:gs pos="100000">
              <a:srgbClr val="04596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/>
        </p:nvSpPr>
        <p:spPr>
          <a:xfrm>
            <a:off x="1756475" y="825800"/>
            <a:ext cx="4530000" cy="48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100">
                <a:solidFill>
                  <a:srgbClr val="073763"/>
                </a:solidFill>
              </a:rPr>
              <a:t>ज  </a:t>
            </a:r>
            <a:r>
              <a:rPr lang="en" sz="30100">
                <a:solidFill>
                  <a:srgbClr val="073763"/>
                </a:solidFill>
              </a:rPr>
              <a:t> </a:t>
            </a:r>
            <a:endParaRPr sz="301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D3E9"/>
            </a:gs>
            <a:gs pos="100000">
              <a:srgbClr val="045962"/>
            </a:gs>
          </a:gsLst>
          <a:lin ang="5400012" scaled="0"/>
        </a:gra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8413" y="1076325"/>
            <a:ext cx="4067175" cy="29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D3E9"/>
            </a:gs>
            <a:gs pos="100000">
              <a:srgbClr val="045962"/>
            </a:gs>
          </a:gsLst>
          <a:lin ang="5400012" scaled="0"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2"/>
          <p:cNvSpPr txBox="1"/>
          <p:nvPr/>
        </p:nvSpPr>
        <p:spPr>
          <a:xfrm>
            <a:off x="298875" y="3641375"/>
            <a:ext cx="86040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700">
                <a:solidFill>
                  <a:srgbClr val="741B47"/>
                </a:solidFill>
              </a:rPr>
              <a:t>जलम्</a:t>
            </a:r>
            <a:r>
              <a:rPr lang="en" sz="7700">
                <a:solidFill>
                  <a:srgbClr val="073763"/>
                </a:solidFill>
              </a:rPr>
              <a:t> - </a:t>
            </a:r>
            <a:r>
              <a:rPr lang="en" sz="7700">
                <a:solidFill>
                  <a:srgbClr val="073763"/>
                </a:solidFill>
              </a:rPr>
              <a:t>నీరు </a:t>
            </a:r>
            <a:r>
              <a:rPr lang="en" sz="7700">
                <a:solidFill>
                  <a:srgbClr val="073763"/>
                </a:solidFill>
              </a:rPr>
              <a:t>  </a:t>
            </a:r>
            <a:endParaRPr sz="7700">
              <a:solidFill>
                <a:srgbClr val="073763"/>
              </a:solidFill>
            </a:endParaRPr>
          </a:p>
        </p:txBody>
      </p:sp>
      <p:pic>
        <p:nvPicPr>
          <p:cNvPr descr="Create an image of water with a white background" id="110" name="Google Shape;1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4663" y="220200"/>
            <a:ext cx="3374675" cy="33746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D3E9"/>
            </a:gs>
            <a:gs pos="100000">
              <a:srgbClr val="04596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/>
        </p:nvSpPr>
        <p:spPr>
          <a:xfrm>
            <a:off x="2882350" y="-647850"/>
            <a:ext cx="846900" cy="60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100">
                <a:solidFill>
                  <a:srgbClr val="073763"/>
                </a:solidFill>
              </a:rPr>
              <a:t>झ </a:t>
            </a:r>
            <a:endParaRPr b="1" sz="381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D3E9"/>
            </a:gs>
            <a:gs pos="100000">
              <a:srgbClr val="045962"/>
            </a:gs>
          </a:gsLst>
          <a:lin ang="5400012" scaled="0"/>
        </a:gra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6988" y="985838"/>
            <a:ext cx="4010025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D3E9"/>
            </a:gs>
            <a:gs pos="100000">
              <a:srgbClr val="045962"/>
            </a:gs>
          </a:gsLst>
          <a:lin ang="5400012" scaled="0"/>
        </a:gra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5"/>
          <p:cNvSpPr txBox="1"/>
          <p:nvPr/>
        </p:nvSpPr>
        <p:spPr>
          <a:xfrm>
            <a:off x="318500" y="3617800"/>
            <a:ext cx="8564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100">
                <a:solidFill>
                  <a:srgbClr val="741B47"/>
                </a:solidFill>
              </a:rPr>
              <a:t>झषः</a:t>
            </a:r>
            <a:r>
              <a:rPr lang="en" sz="7100">
                <a:solidFill>
                  <a:srgbClr val="073763"/>
                </a:solidFill>
              </a:rPr>
              <a:t> - </a:t>
            </a:r>
            <a:r>
              <a:rPr lang="en" sz="7100">
                <a:solidFill>
                  <a:srgbClr val="073763"/>
                </a:solidFill>
              </a:rPr>
              <a:t>చేప </a:t>
            </a:r>
            <a:r>
              <a:rPr lang="en" sz="7100">
                <a:solidFill>
                  <a:srgbClr val="073763"/>
                </a:solidFill>
              </a:rPr>
              <a:t> </a:t>
            </a:r>
            <a:r>
              <a:rPr lang="en" sz="7700">
                <a:solidFill>
                  <a:srgbClr val="073763"/>
                </a:solidFill>
              </a:rPr>
              <a:t>  </a:t>
            </a:r>
            <a:endParaRPr sz="7700">
              <a:solidFill>
                <a:srgbClr val="073763"/>
              </a:solidFill>
            </a:endParaRPr>
          </a:p>
        </p:txBody>
      </p:sp>
      <p:pic>
        <p:nvPicPr>
          <p:cNvPr id="128" name="Google Shape;128;p25" title="clker-free-vector-images-trout-294469_19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487" y="252975"/>
            <a:ext cx="7008725" cy="350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D3E9"/>
            </a:gs>
            <a:gs pos="100000">
              <a:srgbClr val="04596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/>
        </p:nvSpPr>
        <p:spPr>
          <a:xfrm>
            <a:off x="2307000" y="621325"/>
            <a:ext cx="4530000" cy="48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100">
                <a:solidFill>
                  <a:srgbClr val="073763"/>
                </a:solidFill>
              </a:rPr>
              <a:t>ञ  </a:t>
            </a:r>
            <a:r>
              <a:rPr lang="en" sz="30100">
                <a:solidFill>
                  <a:srgbClr val="073763"/>
                </a:solidFill>
              </a:rPr>
              <a:t> </a:t>
            </a:r>
            <a:endParaRPr sz="301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D3E9"/>
            </a:gs>
            <a:gs pos="100000">
              <a:srgbClr val="045962"/>
            </a:gs>
          </a:gsLst>
          <a:lin ang="5400012" scaled="0"/>
        </a:gra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8450" y="1166813"/>
            <a:ext cx="3467100" cy="28098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D3E9"/>
            </a:gs>
            <a:gs pos="100000">
              <a:srgbClr val="045962"/>
            </a:gs>
          </a:gsLst>
          <a:lin ang="5400012" scaled="0"/>
        </a:gra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8"/>
          <p:cNvSpPr txBox="1"/>
          <p:nvPr/>
        </p:nvSpPr>
        <p:spPr>
          <a:xfrm>
            <a:off x="318500" y="3617800"/>
            <a:ext cx="8564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100">
                <a:solidFill>
                  <a:srgbClr val="741B47"/>
                </a:solidFill>
              </a:rPr>
              <a:t>चञ्चुः</a:t>
            </a:r>
            <a:r>
              <a:rPr lang="en" sz="7100">
                <a:solidFill>
                  <a:srgbClr val="073763"/>
                </a:solidFill>
              </a:rPr>
              <a:t> - </a:t>
            </a:r>
            <a:r>
              <a:rPr lang="en" sz="7100">
                <a:solidFill>
                  <a:srgbClr val="073763"/>
                </a:solidFill>
              </a:rPr>
              <a:t>పక్షి ముక్కు </a:t>
            </a:r>
            <a:r>
              <a:rPr lang="en" sz="7100">
                <a:solidFill>
                  <a:srgbClr val="073763"/>
                </a:solidFill>
              </a:rPr>
              <a:t> </a:t>
            </a:r>
            <a:r>
              <a:rPr lang="en" sz="7700">
                <a:solidFill>
                  <a:srgbClr val="073763"/>
                </a:solidFill>
              </a:rPr>
              <a:t>  </a:t>
            </a:r>
            <a:endParaRPr sz="7700">
              <a:solidFill>
                <a:srgbClr val="073763"/>
              </a:solidFill>
            </a:endParaRPr>
          </a:p>
        </p:txBody>
      </p:sp>
      <p:pic>
        <p:nvPicPr>
          <p:cNvPr descr="create an image of चञ्चुः with a white backround" id="146" name="Google Shape;14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6723" y="338175"/>
            <a:ext cx="3136826" cy="31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D3E9"/>
            </a:gs>
            <a:gs pos="100000">
              <a:srgbClr val="04596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9"/>
          <p:cNvSpPr/>
          <p:nvPr/>
        </p:nvSpPr>
        <p:spPr>
          <a:xfrm>
            <a:off x="3577050" y="361775"/>
            <a:ext cx="1989900" cy="652800"/>
          </a:xfrm>
          <a:prstGeom prst="doubleWave">
            <a:avLst>
              <a:gd fmla="val 6250" name="adj1"/>
              <a:gd fmla="val 0" name="adj2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100">
                <a:solidFill>
                  <a:schemeClr val="dk1"/>
                </a:solidFill>
              </a:rPr>
              <a:t>अभ्यासः</a:t>
            </a:r>
            <a:endParaRPr/>
          </a:p>
        </p:txBody>
      </p:sp>
      <p:sp>
        <p:nvSpPr>
          <p:cNvPr id="153" name="Google Shape;153;p29"/>
          <p:cNvSpPr txBox="1"/>
          <p:nvPr/>
        </p:nvSpPr>
        <p:spPr>
          <a:xfrm>
            <a:off x="424700" y="1305550"/>
            <a:ext cx="830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२</a:t>
            </a:r>
            <a:r>
              <a:rPr b="1" lang="en" sz="1800">
                <a:solidFill>
                  <a:schemeClr val="dk1"/>
                </a:solidFill>
              </a:rPr>
              <a:t>. </a:t>
            </a:r>
            <a:r>
              <a:rPr b="1" lang="en" sz="1800">
                <a:solidFill>
                  <a:schemeClr val="dk1"/>
                </a:solidFill>
              </a:rPr>
              <a:t>युक्तम् अक्षरं लिखत</a:t>
            </a:r>
            <a:r>
              <a:rPr b="1" lang="en" sz="1800">
                <a:solidFill>
                  <a:schemeClr val="dk1"/>
                </a:solidFill>
              </a:rPr>
              <a:t> | - </a:t>
            </a:r>
            <a:r>
              <a:rPr b="1" lang="en" sz="1800">
                <a:solidFill>
                  <a:schemeClr val="dk1"/>
                </a:solidFill>
              </a:rPr>
              <a:t>సరైన అక్షరాన్ని వ్రాయండి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54" name="Google Shape;154;p29"/>
          <p:cNvSpPr/>
          <p:nvPr/>
        </p:nvSpPr>
        <p:spPr>
          <a:xfrm>
            <a:off x="1604400" y="2964975"/>
            <a:ext cx="5489550" cy="346800"/>
          </a:xfrm>
          <a:custGeom>
            <a:rect b="b" l="l" r="r" t="t"/>
            <a:pathLst>
              <a:path extrusionOk="0" h="13872" w="219582">
                <a:moveTo>
                  <a:pt x="0" y="4090"/>
                </a:moveTo>
                <a:cubicBezTo>
                  <a:pt x="18310" y="14551"/>
                  <a:pt x="42158" y="14403"/>
                  <a:pt x="62918" y="10696"/>
                </a:cubicBezTo>
                <a:cubicBezTo>
                  <a:pt x="78795" y="7861"/>
                  <a:pt x="93978" y="0"/>
                  <a:pt x="110106" y="0"/>
                </a:cubicBezTo>
                <a:cubicBezTo>
                  <a:pt x="140729" y="0"/>
                  <a:pt x="170654" y="17170"/>
                  <a:pt x="201021" y="13213"/>
                </a:cubicBezTo>
                <a:cubicBezTo>
                  <a:pt x="208102" y="12290"/>
                  <a:pt x="213640" y="6477"/>
                  <a:pt x="219582" y="2517"/>
                </a:cubicBezTo>
              </a:path>
            </a:pathLst>
          </a:custGeom>
          <a:noFill/>
          <a:ln cap="flat" cmpd="sng" w="28575">
            <a:solidFill>
              <a:srgbClr val="7F6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5" name="Google Shape;155;p29"/>
          <p:cNvSpPr/>
          <p:nvPr/>
        </p:nvSpPr>
        <p:spPr>
          <a:xfrm>
            <a:off x="2194250" y="2791975"/>
            <a:ext cx="566250" cy="479750"/>
          </a:xfrm>
          <a:custGeom>
            <a:rect b="b" l="l" r="r" t="t"/>
            <a:pathLst>
              <a:path extrusionOk="0" h="19190" w="22650">
                <a:moveTo>
                  <a:pt x="0" y="19190"/>
                </a:moveTo>
                <a:cubicBezTo>
                  <a:pt x="9895" y="19190"/>
                  <a:pt x="22650" y="9895"/>
                  <a:pt x="22650" y="0"/>
                </a:cubicBezTo>
              </a:path>
            </a:pathLst>
          </a:custGeom>
          <a:noFill/>
          <a:ln cap="flat" cmpd="sng" w="28575">
            <a:solidFill>
              <a:srgbClr val="7F6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6" name="Google Shape;156;p29"/>
          <p:cNvSpPr/>
          <p:nvPr/>
        </p:nvSpPr>
        <p:spPr>
          <a:xfrm>
            <a:off x="3082950" y="3271719"/>
            <a:ext cx="998825" cy="264650"/>
          </a:xfrm>
          <a:custGeom>
            <a:rect b="b" l="l" r="r" t="t"/>
            <a:pathLst>
              <a:path extrusionOk="0" h="10586" w="39953">
                <a:moveTo>
                  <a:pt x="0" y="204"/>
                </a:moveTo>
                <a:cubicBezTo>
                  <a:pt x="13744" y="-449"/>
                  <a:pt x="30223" y="856"/>
                  <a:pt x="39953" y="10586"/>
                </a:cubicBezTo>
              </a:path>
            </a:pathLst>
          </a:custGeom>
          <a:noFill/>
          <a:ln cap="flat" cmpd="sng" w="28575">
            <a:solidFill>
              <a:srgbClr val="7F6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7" name="Google Shape;157;p29"/>
          <p:cNvSpPr/>
          <p:nvPr/>
        </p:nvSpPr>
        <p:spPr>
          <a:xfrm>
            <a:off x="3743600" y="2590263"/>
            <a:ext cx="440425" cy="471875"/>
          </a:xfrm>
          <a:custGeom>
            <a:rect b="b" l="l" r="r" t="t"/>
            <a:pathLst>
              <a:path extrusionOk="0" h="18875" w="17617">
                <a:moveTo>
                  <a:pt x="0" y="18875"/>
                </a:moveTo>
                <a:cubicBezTo>
                  <a:pt x="8468" y="17336"/>
                  <a:pt x="12840" y="7159"/>
                  <a:pt x="17617" y="0"/>
                </a:cubicBezTo>
              </a:path>
            </a:pathLst>
          </a:custGeom>
          <a:noFill/>
          <a:ln cap="flat" cmpd="sng" w="28575">
            <a:solidFill>
              <a:srgbClr val="7F6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8" name="Google Shape;158;p29"/>
          <p:cNvSpPr/>
          <p:nvPr/>
        </p:nvSpPr>
        <p:spPr>
          <a:xfrm>
            <a:off x="5245775" y="3120975"/>
            <a:ext cx="794325" cy="629175"/>
          </a:xfrm>
          <a:custGeom>
            <a:rect b="b" l="l" r="r" t="t"/>
            <a:pathLst>
              <a:path extrusionOk="0" h="25167" w="31773">
                <a:moveTo>
                  <a:pt x="0" y="0"/>
                </a:moveTo>
                <a:cubicBezTo>
                  <a:pt x="12472" y="5197"/>
                  <a:pt x="22219" y="15613"/>
                  <a:pt x="31773" y="25167"/>
                </a:cubicBezTo>
              </a:path>
            </a:pathLst>
          </a:custGeom>
          <a:noFill/>
          <a:ln cap="flat" cmpd="sng" w="28575">
            <a:solidFill>
              <a:srgbClr val="7F6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9" name="Google Shape;159;p29"/>
          <p:cNvSpPr/>
          <p:nvPr/>
        </p:nvSpPr>
        <p:spPr>
          <a:xfrm>
            <a:off x="5620350" y="2507675"/>
            <a:ext cx="330325" cy="715700"/>
          </a:xfrm>
          <a:custGeom>
            <a:rect b="b" l="l" r="r" t="t"/>
            <a:pathLst>
              <a:path extrusionOk="0" h="28628" w="13213">
                <a:moveTo>
                  <a:pt x="0" y="28628"/>
                </a:moveTo>
                <a:cubicBezTo>
                  <a:pt x="6682" y="20516"/>
                  <a:pt x="13213" y="10510"/>
                  <a:pt x="13213" y="0"/>
                </a:cubicBezTo>
              </a:path>
            </a:pathLst>
          </a:custGeom>
          <a:noFill/>
          <a:ln cap="flat" cmpd="sng" w="28575">
            <a:solidFill>
              <a:srgbClr val="7F6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0" name="Google Shape;160;p29"/>
          <p:cNvSpPr/>
          <p:nvPr/>
        </p:nvSpPr>
        <p:spPr>
          <a:xfrm>
            <a:off x="5890675" y="2021150"/>
            <a:ext cx="794400" cy="975300"/>
          </a:xfrm>
          <a:prstGeom prst="hear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073763"/>
                </a:solidFill>
              </a:rPr>
              <a:t>ञ</a:t>
            </a:r>
            <a:endParaRPr b="1" sz="3100">
              <a:solidFill>
                <a:srgbClr val="073763"/>
              </a:solidFill>
            </a:endParaRPr>
          </a:p>
        </p:txBody>
      </p:sp>
      <p:sp>
        <p:nvSpPr>
          <p:cNvPr id="161" name="Google Shape;161;p29"/>
          <p:cNvSpPr/>
          <p:nvPr/>
        </p:nvSpPr>
        <p:spPr>
          <a:xfrm>
            <a:off x="3546988" y="3481325"/>
            <a:ext cx="2107728" cy="715716"/>
          </a:xfrm>
          <a:prstGeom prst="lightningBol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073763"/>
                </a:solidFill>
              </a:rPr>
              <a:t>छ </a:t>
            </a:r>
            <a:endParaRPr b="1" sz="3100">
              <a:solidFill>
                <a:srgbClr val="073763"/>
              </a:solidFill>
            </a:endParaRPr>
          </a:p>
        </p:txBody>
      </p:sp>
      <p:sp>
        <p:nvSpPr>
          <p:cNvPr id="162" name="Google Shape;162;p29"/>
          <p:cNvSpPr/>
          <p:nvPr/>
        </p:nvSpPr>
        <p:spPr>
          <a:xfrm>
            <a:off x="5887775" y="3575700"/>
            <a:ext cx="1404900" cy="907200"/>
          </a:xfrm>
          <a:prstGeom prst="teardrop">
            <a:avLst>
              <a:gd fmla="val 100000" name="adj"/>
            </a:avLst>
          </a:prstGeom>
          <a:gradFill>
            <a:gsLst>
              <a:gs pos="0">
                <a:srgbClr val="DBD4EB"/>
              </a:gs>
              <a:gs pos="100000">
                <a:srgbClr val="9080BB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073763"/>
                </a:solidFill>
              </a:rPr>
              <a:t>झ</a:t>
            </a:r>
            <a:endParaRPr b="1" sz="3100">
              <a:solidFill>
                <a:srgbClr val="073763"/>
              </a:solidFill>
            </a:endParaRPr>
          </a:p>
        </p:txBody>
      </p:sp>
      <p:sp>
        <p:nvSpPr>
          <p:cNvPr id="163" name="Google Shape;163;p29"/>
          <p:cNvSpPr/>
          <p:nvPr/>
        </p:nvSpPr>
        <p:spPr>
          <a:xfrm>
            <a:off x="3893025" y="2021225"/>
            <a:ext cx="1250424" cy="629208"/>
          </a:xfrm>
          <a:prstGeom prst="cloud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073763"/>
                </a:solidFill>
              </a:rPr>
              <a:t>ज</a:t>
            </a:r>
            <a:endParaRPr b="1" sz="3100">
              <a:solidFill>
                <a:srgbClr val="073763"/>
              </a:solidFill>
            </a:endParaRPr>
          </a:p>
        </p:txBody>
      </p:sp>
      <p:sp>
        <p:nvSpPr>
          <p:cNvPr id="164" name="Google Shape;164;p29"/>
          <p:cNvSpPr/>
          <p:nvPr/>
        </p:nvSpPr>
        <p:spPr>
          <a:xfrm>
            <a:off x="2194250" y="1767250"/>
            <a:ext cx="1085400" cy="1085400"/>
          </a:xfrm>
          <a:prstGeom prst="moon">
            <a:avLst>
              <a:gd fmla="val 50000" name="adj"/>
            </a:avLst>
          </a:prstGeom>
          <a:gradFill>
            <a:gsLst>
              <a:gs pos="0">
                <a:srgbClr val="F2F2F2"/>
              </a:gs>
              <a:gs pos="100000">
                <a:srgbClr val="A6A6A6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073763"/>
                </a:solidFill>
              </a:rPr>
              <a:t>च </a:t>
            </a:r>
            <a:endParaRPr b="1" sz="3100">
              <a:solidFill>
                <a:srgbClr val="07376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D3E9"/>
            </a:gs>
            <a:gs pos="100000">
              <a:srgbClr val="045962"/>
            </a:gs>
          </a:gsLst>
          <a:lin ang="5400012" scaled="0"/>
        </a:gra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00">
              <a:solidFill>
                <a:srgbClr val="A64D79"/>
              </a:solidFill>
            </a:endParaRPr>
          </a:p>
        </p:txBody>
      </p:sp>
      <p:pic>
        <p:nvPicPr>
          <p:cNvPr id="170" name="Google Shape;170;p30" title="WhatsApp Image 2026-05-25 at 2.19.59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75" y="232000"/>
            <a:ext cx="5232514" cy="4679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71" name="Google Shape;171;p30"/>
          <p:cNvSpPr/>
          <p:nvPr/>
        </p:nvSpPr>
        <p:spPr>
          <a:xfrm>
            <a:off x="6692850" y="235950"/>
            <a:ext cx="1179600" cy="466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rgbClr val="073763"/>
                </a:solidFill>
              </a:rPr>
              <a:t>ध</a:t>
            </a:r>
            <a:endParaRPr b="1" sz="7500">
              <a:solidFill>
                <a:srgbClr val="07376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rgbClr val="073763"/>
                </a:solidFill>
              </a:rPr>
              <a:t>न्य</a:t>
            </a:r>
            <a:endParaRPr b="1" sz="7500">
              <a:solidFill>
                <a:srgbClr val="07376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rgbClr val="073763"/>
                </a:solidFill>
              </a:rPr>
              <a:t>वा</a:t>
            </a:r>
            <a:endParaRPr b="1" sz="7500">
              <a:solidFill>
                <a:srgbClr val="07376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rgbClr val="073763"/>
                </a:solidFill>
              </a:rPr>
              <a:t>दः</a:t>
            </a:r>
            <a:endParaRPr b="1" sz="75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